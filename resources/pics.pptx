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54B0F8-14A3-A074-3E04-3BEB4DA4C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05FD9E9-DB81-0D6F-333B-13511D1CD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98FC0F-C0AA-7EB1-C908-FCCFA6ED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1AAA00-9A22-7C5B-0788-EBB77A0F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4A9E33-5AF7-EE9C-D2AB-65BC0A37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17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1CEBE-5F47-A161-FDEE-881154E4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020D47-A82D-95AE-0275-6D9DAEC5C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0CCE47-C761-A9C1-2462-40CBC04C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00CAA2-3CEC-71CA-A96B-55085888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6A67B-B85A-5121-77FF-A6F066D8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577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AB156-4F56-65D8-0A7F-AFBFE30B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C85618-C6CD-0872-473D-119FFDF0B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4E1F9C-0BBB-4745-C029-D430C692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00C377-B522-5498-7726-7DFCA879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CBFF09-955C-922C-A27B-97A6B6B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28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5F0B13-49C3-950E-34F2-14F663E6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481430-79A6-16A2-3569-1BB50A29C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03C8B5-7C1D-C919-26FE-2E4A126A9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B309CB-6D18-7039-2227-1A2C9A1C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4F0E0C-B6B6-3AE2-49FB-3A863D65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570F88-BD72-6867-FDBB-1C1B155A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607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D030B-B489-67AE-18B3-5770CAB2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6C7A7A-07E3-023B-EBF4-7335CBDB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2A879F-071A-0326-0A53-F71A3385C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CF5EBD-4AE2-B230-2A45-E35FC339E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62C50B-1195-9A6C-B838-9FD97D0EE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2CB241-F52D-F38F-DC20-9C82DD20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6149A91-54A8-DE2F-8D66-A340DDCA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1B2BC7-91E0-ED72-5020-1951941C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02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A444C-86D9-75A8-EB7D-CF4071DE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FE9F42-6CF5-3789-41AF-F4C1E64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F5A192-0153-32DE-C8CC-6C6C9179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318C42-C937-C3DB-6B06-83BF3D75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4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763684D-C215-0D1E-9D21-5B53FEF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D18338-6649-6A1D-F5E2-21D94868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2392E2-9055-81BE-DE40-18039ADE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33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0A0BE-DA0B-2116-E7B5-6033B6F3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B5DC8B-B1B3-A714-25C5-6B7CB4CAB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B0E87D-8EA3-59CE-DE1C-CE7FF8667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46BA70-BB1E-C872-6322-19E8575D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B617DB-4B53-11F9-8143-659B8BDD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6D392E-B24B-E32F-706C-90779695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54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54917-CFB8-D657-C4D7-F56184F7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438CA4-43AA-0F80-A8A4-0EABF7217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E86E0D-24B6-0941-A287-C0E25A8B8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06EDC6-170B-CE18-07BA-ED9D9A1C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727712-230C-B72A-F4D5-C5C87F74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F846CA-6899-4CB5-07FE-4D8E21A9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84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C813BE-3D37-48BC-BC3E-5D7CC6FE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3A8E26-05DE-9F68-FB2A-F04CE78C6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9DE709-FCC3-7C30-34BD-BAE8252D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990832-2088-3299-A710-3CB1BCB3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1297C4-57F5-A57F-E6D9-2B123ED7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766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85AE420-4D91-302C-3F91-0E24EFDFC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306CBE-A84D-16BE-2D6E-0EF29AA6A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4A9D2A-A7E5-C7DF-9B12-A4F620A7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3931E4-43AD-ACD0-460B-F4797B56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43CAD0-50F2-14F2-0564-5B5EADB6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25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B2E15E-99AC-1D65-3CF6-FE932A4EC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19E27C-7BB6-673D-552A-9AF0E163D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AF970A-3855-084C-0DF3-E9B279F6C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CB6BF-AFFF-4E3C-966A-070A7F7C29D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FB28C6-AE55-9AB8-4B60-E61DF5C8D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8AF73D-11D5-DADE-6DCA-289B8DD3E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DF397-B1D7-4E26-8409-404DA2F93C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1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F46ABEA-9718-90CA-0340-14BAFD5BBE22}"/>
              </a:ext>
            </a:extLst>
          </p:cNvPr>
          <p:cNvGrpSpPr/>
          <p:nvPr/>
        </p:nvGrpSpPr>
        <p:grpSpPr>
          <a:xfrm>
            <a:off x="1457741" y="1299888"/>
            <a:ext cx="6650154" cy="1440000"/>
            <a:chOff x="1457740" y="1299888"/>
            <a:chExt cx="8216941" cy="14400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EB8E8321-C3F3-7554-93DB-9B7A001A00F1}"/>
                </a:ext>
              </a:extLst>
            </p:cNvPr>
            <p:cNvSpPr/>
            <p:nvPr/>
          </p:nvSpPr>
          <p:spPr>
            <a:xfrm>
              <a:off x="4543132" y="1299888"/>
              <a:ext cx="2046156" cy="14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Anonymization</a:t>
              </a:r>
              <a:r>
                <a:rPr lang="de-DE" dirty="0"/>
                <a:t> System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5700ADC-B32D-D91C-8BA3-C582BE09755C}"/>
                </a:ext>
              </a:extLst>
            </p:cNvPr>
            <p:cNvSpPr/>
            <p:nvPr/>
          </p:nvSpPr>
          <p:spPr>
            <a:xfrm>
              <a:off x="1457740" y="1299888"/>
              <a:ext cx="2001675" cy="14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Main System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50BDE9C-C17B-CE24-9592-FAD2367F2241}"/>
                </a:ext>
              </a:extLst>
            </p:cNvPr>
            <p:cNvSpPr/>
            <p:nvPr/>
          </p:nvSpPr>
          <p:spPr>
            <a:xfrm>
              <a:off x="7673007" y="1299888"/>
              <a:ext cx="2001674" cy="144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Identity Management System</a:t>
              </a:r>
            </a:p>
            <a:p>
              <a:pPr algn="ctr"/>
              <a:r>
                <a:rPr lang="de-DE" dirty="0"/>
                <a:t>(</a:t>
              </a:r>
              <a:r>
                <a:rPr lang="de-DE" dirty="0" err="1"/>
                <a:t>Sortinghat</a:t>
              </a:r>
              <a:r>
                <a:rPr lang="de-DE" dirty="0"/>
                <a:t>)</a:t>
              </a:r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983F88E-5427-7AE7-C1FA-B91313DB57DA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>
              <a:off x="6589289" y="2019888"/>
              <a:ext cx="1083718" cy="0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E25ADC1-A121-3C34-06E8-9A8763A33DB7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3459415" y="2019888"/>
              <a:ext cx="1083718" cy="0"/>
            </a:xfrm>
            <a:prstGeom prst="line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B949113-B4CD-BA19-367F-80FCFEEF5FD7}"/>
                </a:ext>
              </a:extLst>
            </p:cNvPr>
            <p:cNvSpPr txBox="1"/>
            <p:nvPr/>
          </p:nvSpPr>
          <p:spPr>
            <a:xfrm>
              <a:off x="3545336" y="1659888"/>
              <a:ext cx="889633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HTTP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C8E7506E-3392-8EC8-326D-6D619AD948E3}"/>
                </a:ext>
              </a:extLst>
            </p:cNvPr>
            <p:cNvSpPr txBox="1"/>
            <p:nvPr/>
          </p:nvSpPr>
          <p:spPr>
            <a:xfrm>
              <a:off x="6675210" y="1659888"/>
              <a:ext cx="889633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HTTP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1723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72CA-FAD1-83EB-DAD9-DFA332CA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88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Kaiser, Tobias</dc:creator>
  <cp:lastModifiedBy>Kaiser, Tobias</cp:lastModifiedBy>
  <cp:revision>1</cp:revision>
  <dcterms:created xsi:type="dcterms:W3CDTF">2026-07-14T13:13:54Z</dcterms:created>
  <dcterms:modified xsi:type="dcterms:W3CDTF">2026-07-14T13:26:04Z</dcterms:modified>
</cp:coreProperties>
</file>
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1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54B0F8-14A3-A074-3E04-3BEB4DA4CD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05FD9E9-DB81-0D6F-333B-13511D1CDB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398FC0F-C0AA-7EB1-C908-FCCFA6EDC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CB6BF-AFFF-4E3C-966A-070A7F7C29DD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41AAA00-9A22-7C5B-0788-EBB77A0F5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54A9E33-5AF7-EE9C-D2AB-65BC0A37D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DF397-B1D7-4E26-8409-404DA2F93C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2170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51CEBE-5F47-A161-FDEE-881154E44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020D47-A82D-95AE-0275-6D9DAEC5C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0CCE47-C761-A9C1-2462-40CBC04C9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CB6BF-AFFF-4E3C-966A-070A7F7C29DD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800CAA2-3CEC-71CA-A96B-550858883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06A67B-B85A-5121-77FF-A6F066D85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DF397-B1D7-4E26-8409-404DA2F93C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57761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0AB156-4F56-65D8-0A7F-AFBFE30BC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1C85618-C6CD-0872-473D-119FFDF0B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44E1F9C-0BBB-4745-C029-D430C6921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CB6BF-AFFF-4E3C-966A-070A7F7C29DD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000C377-B522-5498-7726-7DFCA8790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ECBFF09-955C-922C-A27B-97A6B6BAD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DF397-B1D7-4E26-8409-404DA2F93C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952832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5F0B13-49C3-950E-34F2-14F663E63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481430-79A6-16A2-3569-1BB50A29CD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903C8B5-7C1D-C919-26FE-2E4A126A98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FB309CB-6D18-7039-2227-1A2C9A1C5E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CB6BF-AFFF-4E3C-966A-070A7F7C29DD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34F0E0C-B6B6-3AE2-49FB-3A863D658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8570F88-BD72-6867-FDBB-1C1B155A7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DF397-B1D7-4E26-8409-404DA2F93C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6071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0D030B-B489-67AE-18B3-5770CAB2E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66C7A7A-07E3-023B-EBF4-7335CBDB9A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92A879F-071A-0326-0A53-F71A3385C8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DCF5EBD-4AE2-B230-2A45-E35FC339EF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462C50B-1195-9A6C-B838-9FD97D0EE1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E2CB241-F52D-F38F-DC20-9C82DD20E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CB6BF-AFFF-4E3C-966A-070A7F7C29DD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36149A91-54A8-DE2F-8D66-A340DDCA1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BF1B2BC7-91E0-ED72-5020-1951941C6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DF397-B1D7-4E26-8409-404DA2F93C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070277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1A444C-86D9-75A8-EB7D-CF4071DE9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3FE9F42-6CF5-3789-41AF-F4C1E6466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CB6BF-AFFF-4E3C-966A-070A7F7C29DD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4F5A192-0153-32DE-C8CC-6C6C91797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6318C42-C937-C3DB-6B06-83BF3D75D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DF397-B1D7-4E26-8409-404DA2F93C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3484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763684D-C215-0D1E-9D21-5B53FEF76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CB6BF-AFFF-4E3C-966A-070A7F7C29DD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5D18338-6649-6A1D-F5E2-21D948685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22392E2-9055-81BE-DE40-18039ADE1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DF397-B1D7-4E26-8409-404DA2F93C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9338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40A0BE-DA0B-2116-E7B5-6033B6F31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AB5DC8B-B1B3-A714-25C5-6B7CB4CAB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2B0E87D-8EA3-59CE-DE1C-CE7FF86679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B46BA70-BB1E-C872-6322-19E8575D5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CB6BF-AFFF-4E3C-966A-070A7F7C29DD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4B617DB-4B53-11F9-8143-659B8BDD7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26D392E-B24B-E32F-706C-907796959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DF397-B1D7-4E26-8409-404DA2F93C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25499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E54917-CFB8-D657-C4D7-F56184F75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3A438CA4-43AA-0F80-A8A4-0EABF72177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FE86E0D-24B6-0941-A287-C0E25A8B83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906EDC6-170B-CE18-07BA-ED9D9A1C6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CB6BF-AFFF-4E3C-966A-070A7F7C29DD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6727712-230C-B72A-F4D5-C5C87F74C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8F846CA-6899-4CB5-07FE-4D8E21A91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DF397-B1D7-4E26-8409-404DA2F93C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8455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C813BE-3D37-48BC-BC3E-5D7CC6FE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83A8E26-05DE-9F68-FB2A-F04CE78C60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39DE709-FCC3-7C30-34BD-BAE8252D0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CB6BF-AFFF-4E3C-966A-070A7F7C29DD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3990832-2088-3299-A710-3CB1BCB3A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D1297C4-57F5-A57F-E6D9-2B123ED7E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DF397-B1D7-4E26-8409-404DA2F93C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407669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785AE420-4D91-302C-3F91-0E24EFDFCF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4306CBE-A84D-16BE-2D6E-0EF29AA6A5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4A9D2A-A7E5-C7DF-9B12-A4F620A79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CB6BF-AFFF-4E3C-966A-070A7F7C29DD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23931E4-43AD-ACD0-460B-F4797B56E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43CAD0-50F2-14F2-0564-5B5EADB62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FDF397-B1D7-4E26-8409-404DA2F93C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92522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DB2E15E-99AC-1D65-3CF6-FE932A4EC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919E27C-7BB6-673D-552A-9AF0E163DA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8AF970A-3855-084C-0DF3-E9B279F6C8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9CB6BF-AFFF-4E3C-966A-070A7F7C29DD}" type="datetimeFigureOut">
              <a:rPr lang="de-DE" smtClean="0"/>
              <a:t>23.07.2026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8FB28C6-AE55-9AB8-4B60-E61DF5C8D1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C8AF73D-11D5-DADE-6DCA-289B8DD3E9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FDF397-B1D7-4E26-8409-404DA2F93C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717193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656A6E47-C6B2-EC86-BC4E-C74C5155F7E4}"/>
              </a:ext>
            </a:extLst>
          </p:cNvPr>
          <p:cNvGrpSpPr/>
          <p:nvPr/>
        </p:nvGrpSpPr>
        <p:grpSpPr>
          <a:xfrm>
            <a:off x="1457741" y="1299887"/>
            <a:ext cx="6650154" cy="1548001"/>
            <a:chOff x="1457741" y="1299887"/>
            <a:chExt cx="6650154" cy="1548001"/>
          </a:xfrm>
        </p:grpSpPr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FF46ABEA-9718-90CA-0340-14BAFD5BBE22}"/>
                </a:ext>
              </a:extLst>
            </p:cNvPr>
            <p:cNvGrpSpPr/>
            <p:nvPr/>
          </p:nvGrpSpPr>
          <p:grpSpPr>
            <a:xfrm>
              <a:off x="1457741" y="1299887"/>
              <a:ext cx="6650154" cy="1548001"/>
              <a:chOff x="1457740" y="1299887"/>
              <a:chExt cx="8216941" cy="1548001"/>
            </a:xfrm>
          </p:grpSpPr>
          <p:sp>
            <p:nvSpPr>
              <p:cNvPr id="6" name="Rechteck 5">
                <a:extLst>
                  <a:ext uri="{FF2B5EF4-FFF2-40B4-BE49-F238E27FC236}">
                    <a16:creationId xmlns:a16="http://schemas.microsoft.com/office/drawing/2014/main" id="{EB8E8321-C3F3-7554-93DB-9B7A001A00F1}"/>
                  </a:ext>
                </a:extLst>
              </p:cNvPr>
              <p:cNvSpPr/>
              <p:nvPr/>
            </p:nvSpPr>
            <p:spPr>
              <a:xfrm>
                <a:off x="4543132" y="1299888"/>
                <a:ext cx="2046156" cy="1548000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de-DE" dirty="0" err="1"/>
                  <a:t>Anonymization</a:t>
                </a:r>
                <a:r>
                  <a:rPr lang="de-DE" dirty="0"/>
                  <a:t> System</a:t>
                </a:r>
              </a:p>
            </p:txBody>
          </p:sp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75700ADC-B32D-D91C-8BA3-C582BE09755C}"/>
                  </a:ext>
                </a:extLst>
              </p:cNvPr>
              <p:cNvSpPr/>
              <p:nvPr/>
            </p:nvSpPr>
            <p:spPr>
              <a:xfrm>
                <a:off x="1457740" y="1299888"/>
                <a:ext cx="2001675" cy="154800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b"/>
              <a:lstStyle/>
              <a:p>
                <a:pPr algn="ctr"/>
                <a:r>
                  <a:rPr lang="de-DE" dirty="0"/>
                  <a:t>Main System</a:t>
                </a:r>
              </a:p>
            </p:txBody>
          </p:sp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850BDE9C-C17B-CE24-9592-FAD2367F2241}"/>
                  </a:ext>
                </a:extLst>
              </p:cNvPr>
              <p:cNvSpPr/>
              <p:nvPr/>
            </p:nvSpPr>
            <p:spPr>
              <a:xfrm>
                <a:off x="7673006" y="1299887"/>
                <a:ext cx="2001675" cy="1548000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b"/>
              <a:lstStyle/>
              <a:p>
                <a:pPr algn="ctr"/>
                <a:r>
                  <a:rPr lang="de-DE" dirty="0"/>
                  <a:t>Identity Management System</a:t>
                </a:r>
              </a:p>
            </p:txBody>
          </p: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9983F88E-5427-7AE7-C1FA-B91313DB57DA}"/>
                  </a:ext>
                </a:extLst>
              </p:cNvPr>
              <p:cNvCxnSpPr>
                <a:cxnSpLocks/>
                <a:stCxn id="6" idx="3"/>
                <a:endCxn id="8" idx="1"/>
              </p:cNvCxnSpPr>
              <p:nvPr/>
            </p:nvCxnSpPr>
            <p:spPr>
              <a:xfrm flipV="1">
                <a:off x="6589289" y="2073887"/>
                <a:ext cx="1083718" cy="1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Gerader Verbinder 10">
                <a:extLst>
                  <a:ext uri="{FF2B5EF4-FFF2-40B4-BE49-F238E27FC236}">
                    <a16:creationId xmlns:a16="http://schemas.microsoft.com/office/drawing/2014/main" id="{AE25ADC1-A121-3C34-06E8-9A8763A33DB7}"/>
                  </a:ext>
                </a:extLst>
              </p:cNvPr>
              <p:cNvCxnSpPr>
                <a:cxnSpLocks/>
                <a:stCxn id="4" idx="3"/>
                <a:endCxn id="6" idx="1"/>
              </p:cNvCxnSpPr>
              <p:nvPr/>
            </p:nvCxnSpPr>
            <p:spPr>
              <a:xfrm>
                <a:off x="3459415" y="2073888"/>
                <a:ext cx="1083718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B949113-B4CD-BA19-367F-80FCFEEF5FD7}"/>
                  </a:ext>
                </a:extLst>
              </p:cNvPr>
              <p:cNvSpPr txBox="1"/>
              <p:nvPr/>
            </p:nvSpPr>
            <p:spPr>
              <a:xfrm>
                <a:off x="3545336" y="1659888"/>
                <a:ext cx="889633" cy="360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dirty="0"/>
                  <a:t>HTTP</a:t>
                </a:r>
              </a:p>
            </p:txBody>
          </p:sp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C8E7506E-3392-8EC8-326D-6D619AD948E3}"/>
                  </a:ext>
                </a:extLst>
              </p:cNvPr>
              <p:cNvSpPr txBox="1"/>
              <p:nvPr/>
            </p:nvSpPr>
            <p:spPr>
              <a:xfrm>
                <a:off x="6675210" y="1659888"/>
                <a:ext cx="889633" cy="360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dirty="0"/>
                  <a:t>HTTP</a:t>
                </a:r>
              </a:p>
            </p:txBody>
          </p:sp>
        </p:grpSp>
        <p:pic>
          <p:nvPicPr>
            <p:cNvPr id="2" name="Grafik 1" descr="https://lh3.googleusercontent.com/sitesv/AG8ngQXdRawZwyjFoMVXj4i_nR0Hhl0vOtUh4LXNMso98ilXe0rmkCYJuYILg22U_18YY7d4uGsGn3P6m6cFPv-ZbSjPBFCCKcDoHoFcvnMGOWBT_E7WOema_U1_ZOyQ4IbLwyOrSqOFS9gGbli8YS8wO3UcCZHvvZipQ2y-tIh22jA74_lhH4hVSmKSyUM1Sq4=w1280">
              <a:extLst>
                <a:ext uri="{FF2B5EF4-FFF2-40B4-BE49-F238E27FC236}">
                  <a16:creationId xmlns:a16="http://schemas.microsoft.com/office/drawing/2014/main" id="{F5B6667C-758D-106E-9F03-5F1950DB09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38462" y="1326070"/>
              <a:ext cx="1263480" cy="1263480"/>
            </a:xfrm>
            <a:prstGeom prst="rect">
              <a:avLst/>
            </a:prstGeom>
          </p:spPr>
        </p:pic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F718A493-C5C8-7669-16E8-765F53DFE4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7390" t="18279" r="32043" b="78517"/>
            <a:stretch>
              <a:fillRect/>
            </a:stretch>
          </p:blipFill>
          <p:spPr>
            <a:xfrm>
              <a:off x="6538263" y="1361966"/>
              <a:ext cx="1519264" cy="59584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117230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272CA-FAD1-83EB-DAD9-DFA332CA8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6EB53A52-C66B-73FC-E1CE-F99BED7BD236}"/>
              </a:ext>
            </a:extLst>
          </p:cNvPr>
          <p:cNvGrpSpPr/>
          <p:nvPr/>
        </p:nvGrpSpPr>
        <p:grpSpPr>
          <a:xfrm>
            <a:off x="95062" y="1771982"/>
            <a:ext cx="11998561" cy="3646023"/>
            <a:chOff x="95062" y="1771982"/>
            <a:chExt cx="11998561" cy="3646023"/>
          </a:xfrm>
        </p:grpSpPr>
        <p:sp>
          <p:nvSpPr>
            <p:cNvPr id="3" name="Rechteck: abgerundete Ecken 2">
              <a:extLst>
                <a:ext uri="{FF2B5EF4-FFF2-40B4-BE49-F238E27FC236}">
                  <a16:creationId xmlns:a16="http://schemas.microsoft.com/office/drawing/2014/main" id="{D0E38102-CFBD-B072-983D-0D7ECE354001}"/>
                </a:ext>
              </a:extLst>
            </p:cNvPr>
            <p:cNvSpPr/>
            <p:nvPr/>
          </p:nvSpPr>
          <p:spPr>
            <a:xfrm>
              <a:off x="95062" y="2961000"/>
              <a:ext cx="1800000" cy="936000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err="1"/>
                <a:t>incoming</a:t>
              </a:r>
              <a:r>
                <a:rPr lang="de-DE" dirty="0"/>
                <a:t> </a:t>
              </a:r>
              <a:r>
                <a:rPr lang="de-DE" dirty="0" err="1"/>
                <a:t>request</a:t>
              </a:r>
              <a:endParaRPr lang="de-DE" dirty="0"/>
            </a:p>
          </p:txBody>
        </p:sp>
        <p:sp>
          <p:nvSpPr>
            <p:cNvPr id="5" name="Rechteck: abgerundete Ecken 4">
              <a:extLst>
                <a:ext uri="{FF2B5EF4-FFF2-40B4-BE49-F238E27FC236}">
                  <a16:creationId xmlns:a16="http://schemas.microsoft.com/office/drawing/2014/main" id="{1480ACE1-7919-2746-5889-4D556ACD2B4F}"/>
                </a:ext>
              </a:extLst>
            </p:cNvPr>
            <p:cNvSpPr/>
            <p:nvPr/>
          </p:nvSpPr>
          <p:spPr>
            <a:xfrm>
              <a:off x="3773558" y="1771982"/>
              <a:ext cx="1800000" cy="936000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/>
                <a:t>send ping</a:t>
              </a:r>
            </a:p>
          </p:txBody>
        </p:sp>
        <p:sp>
          <p:nvSpPr>
            <p:cNvPr id="7" name="Rechteck: abgerundete Ecken 6">
              <a:extLst>
                <a:ext uri="{FF2B5EF4-FFF2-40B4-BE49-F238E27FC236}">
                  <a16:creationId xmlns:a16="http://schemas.microsoft.com/office/drawing/2014/main" id="{2D965880-D524-55B5-92E1-3EC86798C095}"/>
                </a:ext>
              </a:extLst>
            </p:cNvPr>
            <p:cNvSpPr/>
            <p:nvPr/>
          </p:nvSpPr>
          <p:spPr>
            <a:xfrm>
              <a:off x="3770243" y="4150018"/>
              <a:ext cx="1800000" cy="936000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err="1"/>
                <a:t>forward</a:t>
              </a:r>
              <a:r>
                <a:rPr lang="de-DE" dirty="0"/>
                <a:t> </a:t>
              </a:r>
              <a:r>
                <a:rPr lang="de-DE" dirty="0" err="1"/>
                <a:t>request</a:t>
              </a:r>
              <a:r>
                <a:rPr lang="de-DE" dirty="0"/>
                <a:t> </a:t>
              </a:r>
              <a:r>
                <a:rPr lang="de-DE" dirty="0" err="1"/>
                <a:t>to</a:t>
              </a:r>
              <a:r>
                <a:rPr lang="de-DE" dirty="0"/>
                <a:t> </a:t>
              </a:r>
              <a:r>
                <a:rPr lang="de-DE" dirty="0" err="1"/>
                <a:t>SortingHat</a:t>
              </a:r>
              <a:endParaRPr lang="de-DE" dirty="0"/>
            </a:p>
          </p:txBody>
        </p:sp>
        <p:sp>
          <p:nvSpPr>
            <p:cNvPr id="9" name="Rechteck: abgerundete Ecken 8">
              <a:extLst>
                <a:ext uri="{FF2B5EF4-FFF2-40B4-BE49-F238E27FC236}">
                  <a16:creationId xmlns:a16="http://schemas.microsoft.com/office/drawing/2014/main" id="{F8CF42B7-621F-9637-A7EF-4F8FD73EEE20}"/>
                </a:ext>
              </a:extLst>
            </p:cNvPr>
            <p:cNvSpPr/>
            <p:nvPr/>
          </p:nvSpPr>
          <p:spPr>
            <a:xfrm>
              <a:off x="3773558" y="2961000"/>
              <a:ext cx="1800000" cy="936000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err="1"/>
                <a:t>convert</a:t>
              </a:r>
              <a:r>
                <a:rPr lang="de-DE" dirty="0"/>
                <a:t> JSON </a:t>
              </a:r>
              <a:r>
                <a:rPr lang="de-DE" dirty="0" err="1"/>
                <a:t>body</a:t>
              </a:r>
              <a:r>
                <a:rPr lang="de-DE" dirty="0"/>
                <a:t> </a:t>
              </a:r>
              <a:r>
                <a:rPr lang="de-DE" dirty="0" err="1"/>
                <a:t>to</a:t>
              </a:r>
              <a:r>
                <a:rPr lang="de-DE" dirty="0"/>
                <a:t> </a:t>
              </a:r>
              <a:r>
                <a:rPr lang="de-DE" dirty="0" err="1"/>
                <a:t>DataFrame</a:t>
              </a:r>
              <a:endParaRPr lang="de-DE" dirty="0"/>
            </a:p>
          </p:txBody>
        </p:sp>
        <p:sp>
          <p:nvSpPr>
            <p:cNvPr id="11" name="Rechteck: abgerundete Ecken 10">
              <a:extLst>
                <a:ext uri="{FF2B5EF4-FFF2-40B4-BE49-F238E27FC236}">
                  <a16:creationId xmlns:a16="http://schemas.microsoft.com/office/drawing/2014/main" id="{A57D0EB5-A83C-43AD-DD05-1B87DC2F5154}"/>
                </a:ext>
              </a:extLst>
            </p:cNvPr>
            <p:cNvSpPr/>
            <p:nvPr/>
          </p:nvSpPr>
          <p:spPr>
            <a:xfrm>
              <a:off x="5946913" y="2961000"/>
              <a:ext cx="1800000" cy="936000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err="1"/>
                <a:t>anonymizer</a:t>
              </a:r>
              <a:endParaRPr lang="de-DE" dirty="0"/>
            </a:p>
            <a:p>
              <a:pPr algn="ctr"/>
              <a:r>
                <a:rPr lang="de-DE" dirty="0" err="1"/>
                <a:t>processes</a:t>
              </a:r>
              <a:r>
                <a:rPr lang="de-DE" dirty="0"/>
                <a:t> </a:t>
              </a:r>
              <a:r>
                <a:rPr lang="de-DE" dirty="0" err="1"/>
                <a:t>data</a:t>
              </a:r>
              <a:endParaRPr lang="de-DE" dirty="0"/>
            </a:p>
          </p:txBody>
        </p:sp>
        <p:sp>
          <p:nvSpPr>
            <p:cNvPr id="13" name="Rechteck: abgerundete Ecken 12">
              <a:extLst>
                <a:ext uri="{FF2B5EF4-FFF2-40B4-BE49-F238E27FC236}">
                  <a16:creationId xmlns:a16="http://schemas.microsoft.com/office/drawing/2014/main" id="{A0522D8D-37C4-4AAE-0533-BED21EF7968C}"/>
                </a:ext>
              </a:extLst>
            </p:cNvPr>
            <p:cNvSpPr/>
            <p:nvPr/>
          </p:nvSpPr>
          <p:spPr>
            <a:xfrm>
              <a:off x="8120268" y="2961000"/>
              <a:ext cx="1800000" cy="936000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err="1"/>
                <a:t>convert</a:t>
              </a:r>
              <a:r>
                <a:rPr lang="de-DE" dirty="0"/>
                <a:t> </a:t>
              </a:r>
              <a:r>
                <a:rPr lang="de-DE" dirty="0" err="1"/>
                <a:t>DataFrame</a:t>
              </a:r>
              <a:r>
                <a:rPr lang="de-DE" dirty="0"/>
                <a:t>  </a:t>
              </a:r>
              <a:r>
                <a:rPr lang="de-DE" dirty="0" err="1"/>
                <a:t>to</a:t>
              </a:r>
              <a:r>
                <a:rPr lang="de-DE" dirty="0"/>
                <a:t> JSON </a:t>
              </a:r>
              <a:r>
                <a:rPr lang="de-DE" dirty="0" err="1"/>
                <a:t>body</a:t>
              </a:r>
              <a:endParaRPr lang="de-DE" dirty="0"/>
            </a:p>
          </p:txBody>
        </p:sp>
        <p:sp>
          <p:nvSpPr>
            <p:cNvPr id="15" name="Rechteck: abgerundete Ecken 14">
              <a:extLst>
                <a:ext uri="{FF2B5EF4-FFF2-40B4-BE49-F238E27FC236}">
                  <a16:creationId xmlns:a16="http://schemas.microsoft.com/office/drawing/2014/main" id="{6E71DF65-E742-6B9E-96D9-0BABD4E97470}"/>
                </a:ext>
              </a:extLst>
            </p:cNvPr>
            <p:cNvSpPr/>
            <p:nvPr/>
          </p:nvSpPr>
          <p:spPr>
            <a:xfrm>
              <a:off x="5946913" y="4150018"/>
              <a:ext cx="1800000" cy="936000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err="1"/>
                <a:t>forward</a:t>
              </a:r>
              <a:r>
                <a:rPr lang="de-DE" dirty="0"/>
                <a:t> </a:t>
              </a:r>
              <a:r>
                <a:rPr lang="de-DE" dirty="0" err="1"/>
                <a:t>response</a:t>
              </a:r>
              <a:r>
                <a:rPr lang="de-DE" dirty="0"/>
                <a:t> </a:t>
              </a:r>
              <a:r>
                <a:rPr lang="de-DE" dirty="0" err="1"/>
                <a:t>from</a:t>
              </a:r>
              <a:r>
                <a:rPr lang="de-DE" dirty="0"/>
                <a:t> </a:t>
              </a:r>
              <a:r>
                <a:rPr lang="de-DE" dirty="0" err="1"/>
                <a:t>Sortinghat</a:t>
              </a:r>
              <a:endParaRPr lang="de-DE" dirty="0"/>
            </a:p>
          </p:txBody>
        </p:sp>
        <p:sp>
          <p:nvSpPr>
            <p:cNvPr id="17" name="Rechteck: abgerundete Ecken 16">
              <a:extLst>
                <a:ext uri="{FF2B5EF4-FFF2-40B4-BE49-F238E27FC236}">
                  <a16:creationId xmlns:a16="http://schemas.microsoft.com/office/drawing/2014/main" id="{3ABA7621-4F88-E67E-D2C1-294233C42C68}"/>
                </a:ext>
              </a:extLst>
            </p:cNvPr>
            <p:cNvSpPr/>
            <p:nvPr/>
          </p:nvSpPr>
          <p:spPr>
            <a:xfrm>
              <a:off x="10293623" y="2961000"/>
              <a:ext cx="1800000" cy="936000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/>
                <a:t>send </a:t>
              </a:r>
              <a:r>
                <a:rPr lang="de-DE" dirty="0" err="1"/>
                <a:t>response</a:t>
              </a:r>
              <a:endParaRPr lang="de-DE" dirty="0"/>
            </a:p>
          </p:txBody>
        </p: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965EE46F-CC1A-9FBB-E016-C3EF2CC58706}"/>
                </a:ext>
              </a:extLst>
            </p:cNvPr>
            <p:cNvCxnSpPr>
              <a:cxnSpLocks/>
              <a:stCxn id="3" idx="3"/>
              <a:endCxn id="5" idx="1"/>
            </p:cNvCxnSpPr>
            <p:nvPr/>
          </p:nvCxnSpPr>
          <p:spPr>
            <a:xfrm flipV="1">
              <a:off x="1895062" y="2239982"/>
              <a:ext cx="1878496" cy="118901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325E9D16-6225-2478-16EB-9F0C8D2D96CA}"/>
                </a:ext>
              </a:extLst>
            </p:cNvPr>
            <p:cNvCxnSpPr>
              <a:cxnSpLocks/>
              <a:stCxn id="3" idx="3"/>
              <a:endCxn id="7" idx="1"/>
            </p:cNvCxnSpPr>
            <p:nvPr/>
          </p:nvCxnSpPr>
          <p:spPr>
            <a:xfrm>
              <a:off x="1895062" y="3429000"/>
              <a:ext cx="1875181" cy="118901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Gerade Verbindung mit Pfeil 25">
              <a:extLst>
                <a:ext uri="{FF2B5EF4-FFF2-40B4-BE49-F238E27FC236}">
                  <a16:creationId xmlns:a16="http://schemas.microsoft.com/office/drawing/2014/main" id="{DF515DE5-58E6-0706-9491-8329308A3F0B}"/>
                </a:ext>
              </a:extLst>
            </p:cNvPr>
            <p:cNvCxnSpPr>
              <a:cxnSpLocks/>
              <a:stCxn id="3" idx="3"/>
              <a:endCxn id="9" idx="1"/>
            </p:cNvCxnSpPr>
            <p:nvPr/>
          </p:nvCxnSpPr>
          <p:spPr>
            <a:xfrm>
              <a:off x="1895062" y="3429000"/>
              <a:ext cx="187849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Gerade Verbindung mit Pfeil 28">
              <a:extLst>
                <a:ext uri="{FF2B5EF4-FFF2-40B4-BE49-F238E27FC236}">
                  <a16:creationId xmlns:a16="http://schemas.microsoft.com/office/drawing/2014/main" id="{B7CA8782-8055-4FF0-32E7-BDFF5A2FA5D1}"/>
                </a:ext>
              </a:extLst>
            </p:cNvPr>
            <p:cNvCxnSpPr>
              <a:cxnSpLocks/>
              <a:stCxn id="7" idx="3"/>
              <a:endCxn id="15" idx="1"/>
            </p:cNvCxnSpPr>
            <p:nvPr/>
          </p:nvCxnSpPr>
          <p:spPr>
            <a:xfrm>
              <a:off x="5570243" y="4618018"/>
              <a:ext cx="37667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Gerade Verbindung mit Pfeil 31">
              <a:extLst>
                <a:ext uri="{FF2B5EF4-FFF2-40B4-BE49-F238E27FC236}">
                  <a16:creationId xmlns:a16="http://schemas.microsoft.com/office/drawing/2014/main" id="{EB3757E6-9639-9B18-A4F6-7C1AA7339E74}"/>
                </a:ext>
              </a:extLst>
            </p:cNvPr>
            <p:cNvCxnSpPr>
              <a:cxnSpLocks/>
              <a:stCxn id="9" idx="3"/>
              <a:endCxn id="11" idx="1"/>
            </p:cNvCxnSpPr>
            <p:nvPr/>
          </p:nvCxnSpPr>
          <p:spPr>
            <a:xfrm>
              <a:off x="5573558" y="3429000"/>
              <a:ext cx="37335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7CFEFF6A-74E5-0868-D6A6-DA8ADB615FAB}"/>
                </a:ext>
              </a:extLst>
            </p:cNvPr>
            <p:cNvCxnSpPr>
              <a:cxnSpLocks/>
              <a:stCxn id="11" idx="3"/>
              <a:endCxn id="13" idx="1"/>
            </p:cNvCxnSpPr>
            <p:nvPr/>
          </p:nvCxnSpPr>
          <p:spPr>
            <a:xfrm>
              <a:off x="7746913" y="3429000"/>
              <a:ext cx="37335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Gerade Verbindung mit Pfeil 37">
              <a:extLst>
                <a:ext uri="{FF2B5EF4-FFF2-40B4-BE49-F238E27FC236}">
                  <a16:creationId xmlns:a16="http://schemas.microsoft.com/office/drawing/2014/main" id="{36DFDBCB-3852-A714-161A-F7A40A10E2D7}"/>
                </a:ext>
              </a:extLst>
            </p:cNvPr>
            <p:cNvCxnSpPr>
              <a:cxnSpLocks/>
              <a:stCxn id="13" idx="3"/>
              <a:endCxn id="17" idx="1"/>
            </p:cNvCxnSpPr>
            <p:nvPr/>
          </p:nvCxnSpPr>
          <p:spPr>
            <a:xfrm>
              <a:off x="9920268" y="3429000"/>
              <a:ext cx="37335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4" name="Textfeld 63">
              <a:extLst>
                <a:ext uri="{FF2B5EF4-FFF2-40B4-BE49-F238E27FC236}">
                  <a16:creationId xmlns:a16="http://schemas.microsoft.com/office/drawing/2014/main" id="{89252B9C-2A7A-F779-791C-58206EEC48BF}"/>
                </a:ext>
              </a:extLst>
            </p:cNvPr>
            <p:cNvSpPr txBox="1"/>
            <p:nvPr/>
          </p:nvSpPr>
          <p:spPr>
            <a:xfrm>
              <a:off x="1306487" y="1861828"/>
              <a:ext cx="239342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400" dirty="0" err="1">
                  <a:latin typeface="Aptos Display" panose="020B0004020202020204" pitchFamily="34" charset="0"/>
                </a:rPr>
                <a:t>docker-compose-healthcheck</a:t>
              </a:r>
              <a:endParaRPr lang="de-DE" sz="1400" dirty="0">
                <a:latin typeface="Aptos Display" panose="020B0004020202020204" pitchFamily="34" charset="0"/>
              </a:endParaRPr>
            </a:p>
            <a:p>
              <a:pPr algn="r"/>
              <a:r>
                <a:rPr lang="de-DE" sz="1400" dirty="0">
                  <a:latin typeface="Aptos Display" panose="020B0004020202020204" pitchFamily="34" charset="0"/>
                </a:rPr>
                <a:t>ping </a:t>
              </a: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53CCC7A3-0E92-BA68-39D6-63D939F5DE62}"/>
                </a:ext>
              </a:extLst>
            </p:cNvPr>
            <p:cNvSpPr txBox="1"/>
            <p:nvPr/>
          </p:nvSpPr>
          <p:spPr>
            <a:xfrm>
              <a:off x="1448693" y="4463898"/>
              <a:ext cx="2251214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400" dirty="0" err="1">
                  <a:latin typeface="Aptos Display" panose="020B0004020202020204" pitchFamily="34" charset="0"/>
                </a:rPr>
                <a:t>show</a:t>
              </a:r>
              <a:endParaRPr lang="de-DE" sz="1400" dirty="0">
                <a:latin typeface="Aptos Display" panose="020B0004020202020204" pitchFamily="34" charset="0"/>
              </a:endParaRPr>
            </a:p>
            <a:p>
              <a:pPr algn="r"/>
              <a:r>
                <a:rPr lang="de-DE" sz="1400" dirty="0">
                  <a:latin typeface="Aptos Display" panose="020B0004020202020204" pitchFamily="34" charset="0"/>
                </a:rPr>
                <a:t>show-profile</a:t>
              </a:r>
            </a:p>
            <a:p>
              <a:pPr algn="r"/>
              <a:r>
                <a:rPr lang="de-DE" sz="1400" dirty="0">
                  <a:latin typeface="Aptos Display" panose="020B0004020202020204" pitchFamily="34" charset="0"/>
                </a:rPr>
                <a:t>find-profile</a:t>
              </a:r>
            </a:p>
            <a:p>
              <a:pPr algn="r"/>
              <a:r>
                <a:rPr lang="de-DE" sz="1400" dirty="0">
                  <a:latin typeface="Aptos Display" panose="020B0004020202020204" pitchFamily="34" charset="0"/>
                </a:rPr>
                <a:t>find-</a:t>
              </a:r>
              <a:r>
                <a:rPr lang="de-DE" sz="1400" dirty="0" err="1">
                  <a:latin typeface="Aptos Display" panose="020B0004020202020204" pitchFamily="34" charset="0"/>
                </a:rPr>
                <a:t>profiles</a:t>
              </a:r>
              <a:r>
                <a:rPr lang="de-DE" sz="1400" dirty="0">
                  <a:latin typeface="Aptos Display" panose="020B0004020202020204" pitchFamily="34" charset="0"/>
                </a:rPr>
                <a:t>-</a:t>
              </a:r>
              <a:r>
                <a:rPr lang="de-DE" sz="1400" dirty="0" err="1">
                  <a:latin typeface="Aptos Display" panose="020B0004020202020204" pitchFamily="34" charset="0"/>
                </a:rPr>
                <a:t>by-organization</a:t>
              </a:r>
              <a:endParaRPr lang="de-DE" sz="1400" dirty="0">
                <a:latin typeface="Aptos Display" panose="020B0004020202020204" pitchFamily="34" charset="0"/>
              </a:endParaRPr>
            </a:p>
          </p:txBody>
        </p: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0AADA5A7-6698-62F8-F19F-F33F587A90C9}"/>
                </a:ext>
              </a:extLst>
            </p:cNvPr>
            <p:cNvSpPr txBox="1"/>
            <p:nvPr/>
          </p:nvSpPr>
          <p:spPr>
            <a:xfrm>
              <a:off x="2093843" y="3167389"/>
              <a:ext cx="160606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1400" dirty="0" err="1"/>
                <a:t>change_identities</a:t>
              </a:r>
              <a:endParaRPr lang="de-DE" sz="1400" dirty="0"/>
            </a:p>
            <a:p>
              <a:pPr algn="r"/>
              <a:r>
                <a:rPr lang="de-DE" sz="1400" dirty="0" err="1"/>
                <a:t>update_identities</a:t>
              </a:r>
              <a:r>
                <a:rPr lang="de-DE" sz="1400" dirty="0"/>
                <a:t> </a:t>
              </a:r>
              <a:endParaRPr lang="de-DE" sz="1400" dirty="0">
                <a:latin typeface="Aptos Display" panose="020B00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958830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5DB7F-9E8C-C79D-670C-81ACB1ABD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6187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</Words>
  <Application>Microsoft Office PowerPoint</Application>
  <PresentationFormat>Breitbild</PresentationFormat>
  <Paragraphs>22</Paragraphs>
  <Slides>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Kaiser, Tobias</dc:creator>
  <cp:lastModifiedBy>Kaiser, Tobias</cp:lastModifiedBy>
  <cp:revision>3</cp:revision>
  <dcterms:created xsi:type="dcterms:W3CDTF">2026-07-14T13:13:54Z</dcterms:created>
  <dcterms:modified xsi:type="dcterms:W3CDTF">2026-07-23T10:26:03Z</dcterms:modified>
</cp:coreProperties>
</file>